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F5427-4525-4FF0-94C1-F5CD4C3BB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6D4743-E2F8-47F6-8D6D-2182AD799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0434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55172D-9D54-4C1C-9188-B3A569C45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5656EF-4F8D-4A4E-AB06-1292B1C4D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8DD20B-06E6-464B-A9D6-06EA17F0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67120A-1823-499A-A04B-77AE115D5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F43A8-AD3B-4781-98F6-D19DCE9EF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27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3BF92-3D7F-4368-A7A4-4D8DF2E2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DE3337-8672-4804-83A5-DAC5C155F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AFE530-0F41-4BB6-9855-36665739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40166C-07C0-4233-8EE7-C2C0D4A0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A75934-78DC-41AA-818A-AEF685E6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93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9F709-3558-4200-AF44-C14A8A80A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A67B77-505E-4EA3-83A9-51AA20D85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5A2529-4DE9-4D33-B4D7-8FDEC8EF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B10AC1-1D0E-46B7-A78B-A8A004E3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3EAB8A-1AC5-4A9F-8F51-8DE8D949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894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C1C84-48CC-438D-8BCC-16A5A690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D3D6BA-8E59-4A84-BA38-D40A9635E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3316DB-40E5-4A9D-A231-B2AB861C6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EF921A-B560-4CC6-8987-90064E74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D3E7CB-32DC-4531-BA7B-7409F412E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D47842-3642-44ED-8A9F-A702AD02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61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FC6AB-295A-4D4F-9F92-9E5C488A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D4E29B-12D8-4322-A698-1D259CBD3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6F6B6E-76E4-4F3E-9D3A-32B57C521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ED5972-8679-4A0C-8F0D-CD5A7D93D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53D012-6F54-426B-BEEA-1DAEE0CA4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D0B19CE-AA55-4AE4-9CCC-D3A765CB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7E4AC0-FB7B-4E9A-AF1F-F9D1F92BC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037995F-0397-49B2-ABE0-BCE20EE4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701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28A25-802D-4B73-9CF7-F1937EF6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65A1E5-FF49-45E0-8561-9D1832C9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6DDEC5-3325-486D-9E43-6196D64C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4D588B-5362-4FB1-ADFD-E7CA2803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572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DE02DEC-E794-4BD4-8743-9DC393D91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E7EF155-B878-4F29-994D-606BF205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8B29D8-9D7D-40E4-B096-7626D6CC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227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A972C5-4E33-4525-9B54-D63A5E123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6C50D5-BCBE-4A1E-9517-12E1144AC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FA5472-51FC-4072-A590-6B11E87DD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836F2A-35D8-4372-9934-9A706D4D5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7D312E-5B97-445E-B41C-3727770F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B27CC-4C52-4502-9878-018F3F29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523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4B590C-BF69-47FD-A269-EE929BA9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8E07FF0-C301-4BCD-ABEA-03A80B93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B9D9E5-5F5F-4172-868A-6293C120B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5AD48C-FBD8-4D42-8C86-8A77A36A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FF59D6-39FB-4AB4-AD47-6AB795B2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FA174E-361B-4875-A86B-8349FF31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48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8DE99-9DB6-4687-85DD-45CA726E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A50410-4571-4E90-913B-8A92BDB08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AF43DD-8757-4261-BEDD-6422F9E0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A15217-2551-40A2-96E5-11F91B423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798243-54F1-4842-818D-77521826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924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76116A-D89D-4EC8-8C6E-1439B4AB0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1D5534-28D0-40E9-9166-82D5FF151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3AD2B3-0ADD-4A2F-90F5-8D641CB8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C835DE-433C-4C3C-95CB-4A39AA7F2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C3BF66-56EC-4225-862F-0228C2CB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9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0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182EBF-B3FE-4350-98A5-3CAFBC34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8B4FA6-947F-46FA-B789-E4E052B1E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4E9D82-2E57-4BCB-9E33-70C9FF1DD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BAC41-0993-4D41-A05E-1D1BDA86E241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55840F-95C3-43E8-A4EC-D9421CD34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37ED0E-4BCA-44D4-9A71-6E4CC1C5D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AD151-FB19-4618-8D62-20EBFC431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83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DA077-D1A4-4743-9008-BF831563C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845127"/>
            <a:ext cx="10058400" cy="1143001"/>
          </a:xfrm>
        </p:spPr>
        <p:txBody>
          <a:bodyPr>
            <a:normAutofit/>
          </a:bodyPr>
          <a:lstStyle/>
          <a:p>
            <a:pPr algn="ctr"/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497BA3-EC1E-44B5-83EB-F9E815C79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58" y="340820"/>
            <a:ext cx="10902044" cy="1143000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УЧРЕЖДЕНИЕ ИРКУТСКОЙ ОБЛАСТИ</a:t>
            </a:r>
          </a:p>
          <a:p>
            <a:pPr algn="ctr"/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«АНГАРСКИЙ ТЕХНИКУМ СТРОИТЕЛЬНЫХ ТЕХНОЛОГИЙ»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EF27AAD-D37A-41EE-9D6A-4CFE100EC0B7}"/>
              </a:ext>
            </a:extLst>
          </p:cNvPr>
          <p:cNvSpPr/>
          <p:nvPr/>
        </p:nvSpPr>
        <p:spPr>
          <a:xfrm>
            <a:off x="2541139" y="3425007"/>
            <a:ext cx="71706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Тема: "Разработка 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игры Монополия"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69A173-D582-4FC7-8DB8-910F539E701F}"/>
              </a:ext>
            </a:extLst>
          </p:cNvPr>
          <p:cNvSpPr/>
          <p:nvPr/>
        </p:nvSpPr>
        <p:spPr>
          <a:xfrm>
            <a:off x="5981700" y="4998793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Кудрявцев Дмитрий Алексеевич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Руководитель Денисюк Алексей Валерьевич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C948140-0FBA-4129-A0F4-5C0297E0A831}"/>
              </a:ext>
            </a:extLst>
          </p:cNvPr>
          <p:cNvSpPr/>
          <p:nvPr/>
        </p:nvSpPr>
        <p:spPr>
          <a:xfrm>
            <a:off x="5143367" y="6055515"/>
            <a:ext cx="19672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Ангарск 2026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9179668-977E-4C68-81B4-1D69EA436DC0}"/>
              </a:ext>
            </a:extLst>
          </p:cNvPr>
          <p:cNvGraphicFramePr>
            <a:graphicFrameLocks noGrp="1"/>
          </p:cNvGraphicFramePr>
          <p:nvPr/>
        </p:nvGraphicFramePr>
        <p:xfrm>
          <a:off x="3162300" y="3864134"/>
          <a:ext cx="5867400" cy="274320"/>
        </p:xfrm>
        <a:graphic>
          <a:graphicData uri="http://schemas.openxmlformats.org/drawingml/2006/table">
            <a:tbl>
              <a:tblPr/>
              <a:tblGrid>
                <a:gridCol w="5867400">
                  <a:extLst>
                    <a:ext uri="{9D8B030D-6E8A-4147-A177-3AD203B41FA5}">
                      <a16:colId xmlns:a16="http://schemas.microsoft.com/office/drawing/2014/main" val="3990146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endParaRPr lang="ru-RU" dirty="0">
                        <a:effectLst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013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694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A7A59-57E8-4B68-961D-479354B35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9796" y="-441905"/>
            <a:ext cx="5793970" cy="1261087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Цель, актуальность, задачи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C6114E-A4A7-46FE-AABC-41EE1BDE9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" y="1459317"/>
            <a:ext cx="5284124" cy="2699009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Создать полнофункциональную цифровую 2D-версию классической настольной игры «Монополия», адаптированную под Ангарский Техникум Строительных Технологий.</a:t>
            </a:r>
          </a:p>
        </p:txBody>
      </p:sp>
      <p:pic>
        <p:nvPicPr>
          <p:cNvPr id="1026" name="Picture 2" descr="АТСТ Главная">
            <a:extLst>
              <a:ext uri="{FF2B5EF4-FFF2-40B4-BE49-F238E27FC236}">
                <a16:creationId xmlns:a16="http://schemas.microsoft.com/office/drawing/2014/main" id="{E8D7FD03-F9EA-442F-8BAA-F52D5E4F8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299" y="0"/>
            <a:ext cx="1546340" cy="1459317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CA3B96-7144-4FA1-AC7F-283937D5ABDE}"/>
              </a:ext>
            </a:extLst>
          </p:cNvPr>
          <p:cNvSpPr txBox="1"/>
          <p:nvPr/>
        </p:nvSpPr>
        <p:spPr>
          <a:xfrm>
            <a:off x="3323705" y="4124516"/>
            <a:ext cx="52841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Игроки ценят возможность играть без физической подготовки оборудования. «Монополия» остаётся одним из самых узнаваемых брендов в индустрии, сочетающим простоту правил с глубокой стратегической и экономической составляющей.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0C7E89-4271-410E-866F-C79CA58536AF}"/>
              </a:ext>
            </a:extLst>
          </p:cNvPr>
          <p:cNvSpPr txBox="1"/>
          <p:nvPr/>
        </p:nvSpPr>
        <p:spPr>
          <a:xfrm>
            <a:off x="9013766" y="889843"/>
            <a:ext cx="27598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342900" indent="-342900">
              <a:buFont typeface="Symbol" panose="05050102010706020507" pitchFamily="18" charset="2"/>
              <a:buChar char="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игровое поле (40 клеток), механику перемещения, экономику, правила аренды, строительства и банкротства.</a:t>
            </a:r>
          </a:p>
          <a:p>
            <a:pPr marL="342900" indent="-342900">
              <a:buFont typeface="Symbol" panose="05050102010706020507" pitchFamily="18" charset="2"/>
              <a:buChar char="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систему управления ходами, включая обработку дублей, правила тюрьмы и специальных клеток.</a:t>
            </a:r>
          </a:p>
          <a:p>
            <a:pPr marL="342900" indent="-342900">
              <a:buFont typeface="Symbol" panose="05050102010706020507" pitchFamily="18" charset="2"/>
              <a:buChar char="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комплексное тестирование и оптимизировать производительность.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5C5A36-E112-4F23-AB9D-BF2522C67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6600" y="3342640"/>
            <a:ext cx="3515360" cy="35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1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B28105-38AA-4AE9-B813-7E74B434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платформы</a:t>
            </a:r>
            <a:b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8" name="Picture 6" descr="Why should we use HTML5 and CSS3 for our websites - Openweb Solutions Blog">
            <a:extLst>
              <a:ext uri="{FF2B5EF4-FFF2-40B4-BE49-F238E27FC236}">
                <a16:creationId xmlns:a16="http://schemas.microsoft.com/office/drawing/2014/main" id="{FBA23B0E-CF0B-48F6-AC33-8975EE3F1F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73" y="1943100"/>
            <a:ext cx="3067050" cy="14859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19C161-D7BF-4E12-A62D-944F6F631EB0}"/>
              </a:ext>
            </a:extLst>
          </p:cNvPr>
          <p:cNvSpPr txBox="1"/>
          <p:nvPr/>
        </p:nvSpPr>
        <p:spPr>
          <a:xfrm>
            <a:off x="256482" y="3956859"/>
            <a:ext cx="4756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800" dirty="0"/>
              <a:t>Структура интерфейса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800" dirty="0"/>
              <a:t>Адаптивная верстка (Grid, </a:t>
            </a:r>
            <a:r>
              <a:rPr lang="ru-RU" sz="1800" dirty="0" err="1"/>
              <a:t>Flexbox</a:t>
            </a:r>
            <a:r>
              <a:rPr lang="ru-RU" sz="18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800" dirty="0"/>
              <a:t>Анимации и стили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79677A-D975-44CD-8A94-249FDCA0B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061" y="2090942"/>
            <a:ext cx="3185853" cy="133805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F6F002-90E4-4407-8B0A-D62BD882C595}"/>
              </a:ext>
            </a:extLst>
          </p:cNvPr>
          <p:cNvSpPr txBox="1"/>
          <p:nvPr/>
        </p:nvSpPr>
        <p:spPr>
          <a:xfrm>
            <a:off x="5112329" y="3898629"/>
            <a:ext cx="2310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800" dirty="0"/>
              <a:t>Серверная логика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800" dirty="0"/>
              <a:t>REST API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2AB4B43-C5A1-4EC0-8708-D732867F2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753" y="1728188"/>
            <a:ext cx="3023666" cy="17008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AE53B7-C54A-4652-A465-7CB9364EF4E0}"/>
              </a:ext>
            </a:extLst>
          </p:cNvPr>
          <p:cNvSpPr txBox="1"/>
          <p:nvPr/>
        </p:nvSpPr>
        <p:spPr>
          <a:xfrm>
            <a:off x="8959735" y="3956860"/>
            <a:ext cx="30236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800" dirty="0"/>
              <a:t>Логика игры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800" dirty="0"/>
              <a:t>Обработка действий пользователя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800" dirty="0"/>
              <a:t>Работа с </a:t>
            </a:r>
            <a:r>
              <a:rPr lang="ru-RU" dirty="0"/>
              <a:t>использование JavaScript для динамического изменения HTML-структуры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1525715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E1F27-574C-48B0-9D19-174652EE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043" y="0"/>
            <a:ext cx="10515600" cy="1325563"/>
          </a:xfrm>
        </p:spPr>
        <p:txBody>
          <a:bodyPr/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проекта</a:t>
            </a:r>
            <a:b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ABFA9C-7652-453E-A77D-FCDAC1EC1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33" y="961404"/>
            <a:ext cx="39962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этапы: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Системный анализ и проектирование архитектуры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пользовательского интерфейса и UX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клиентской части приложения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серверной логики и API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Комплексное тестирование и контроль качества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019757-82B4-4E51-8360-620C6A664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16" y="4502911"/>
            <a:ext cx="4152900" cy="195186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3F98BF-0E91-4D0E-A607-FEE7D1578DFD}"/>
              </a:ext>
            </a:extLst>
          </p:cNvPr>
          <p:cNvSpPr txBox="1"/>
          <p:nvPr/>
        </p:nvSpPr>
        <p:spPr>
          <a:xfrm>
            <a:off x="8224059" y="1025902"/>
            <a:ext cx="36152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реализации: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архитектурные решения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одностраничной архитектуры (SPA)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клиентской и серверной логики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компонентов через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вёрстка пользовательского интерфейса</a:t>
            </a:r>
          </a:p>
        </p:txBody>
      </p:sp>
      <p:pic>
        <p:nvPicPr>
          <p:cNvPr id="4100" name="Picture 4" descr="Что такое RESTful API">
            <a:extLst>
              <a:ext uri="{FF2B5EF4-FFF2-40B4-BE49-F238E27FC236}">
                <a16:creationId xmlns:a16="http://schemas.microsoft.com/office/drawing/2014/main" id="{17B458A1-F8C2-4F57-881D-E6687242B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686" y="4464281"/>
            <a:ext cx="3823059" cy="20235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11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1A254D-D79E-460A-A6C2-6A2A5238D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080" y="2006600"/>
            <a:ext cx="4851400" cy="4851400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62099-0DA0-4EEB-91C8-18FC34268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080" y="1563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Механика игры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81C033-BED5-488C-8EAB-779CCCB3C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999000"/>
            <a:ext cx="10515600" cy="4351338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Бросок кубиков → генерация значений на сервере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Перемещение фишки 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типа клетки → кабинеты, спец-клетки, налоги, старт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действия → покупка, аренда, штраф, тюрьма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Передача хода 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Синхронизация состояния</a:t>
            </a:r>
          </a:p>
        </p:txBody>
      </p:sp>
    </p:spTree>
    <p:extLst>
      <p:ext uri="{BB962C8B-B14F-4D97-AF65-F5344CB8AC3E}">
        <p14:creationId xmlns:p14="http://schemas.microsoft.com/office/powerpoint/2010/main" val="53871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E945E-7C72-4B62-B712-ED8613CF3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br>
              <a:rPr lang="ru-RU" sz="4400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30761D-6BBC-43DB-99D8-E585677E4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823303"/>
            <a:ext cx="4028440" cy="3366135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полнофункциональная веб-система с полным игровым циклом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Клиент-серверная модель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стек технологий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Стабильная сборка, готовая к релизу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915C3-E40F-488F-A079-1C0600CDB670}"/>
              </a:ext>
            </a:extLst>
          </p:cNvPr>
          <p:cNvSpPr txBox="1"/>
          <p:nvPr/>
        </p:nvSpPr>
        <p:spPr>
          <a:xfrm>
            <a:off x="8163560" y="1457593"/>
            <a:ext cx="4028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функционала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новых режимов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UI/UX 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Человек с галочкой ПНГ на Прозрачном Фоне • Скачать PNG Человек с галочкой">
            <a:extLst>
              <a:ext uri="{FF2B5EF4-FFF2-40B4-BE49-F238E27FC236}">
                <a16:creationId xmlns:a16="http://schemas.microsoft.com/office/drawing/2014/main" id="{35F30816-C41B-43EF-9715-5A5689557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075" y="2388235"/>
            <a:ext cx="352425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408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EF805-08DB-4B78-872B-83B6B739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2766218"/>
            <a:ext cx="10515600" cy="1325563"/>
          </a:xfrm>
        </p:spPr>
        <p:txBody>
          <a:bodyPr/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b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5037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295</Words>
  <Application>Microsoft Office PowerPoint</Application>
  <PresentationFormat>Широкоэкранный</PresentationFormat>
  <Paragraphs>54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Times New Roman</vt:lpstr>
      <vt:lpstr>Wingdings</vt:lpstr>
      <vt:lpstr>Тема Office</vt:lpstr>
      <vt:lpstr>1_Тема Office</vt:lpstr>
      <vt:lpstr>КУРСОВАЯ РАБОТА</vt:lpstr>
      <vt:lpstr>Цель, актуальность, задачи</vt:lpstr>
      <vt:lpstr>Характеристика платформы </vt:lpstr>
      <vt:lpstr>Разработка проекта </vt:lpstr>
      <vt:lpstr>Механика игры </vt:lpstr>
      <vt:lpstr>Заключение </vt:lpstr>
      <vt:lpstr>Спасибо за внимание!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</dc:title>
  <dc:creator>Виктория Голубкова</dc:creator>
  <cp:lastModifiedBy>Виктория Голубкова</cp:lastModifiedBy>
  <cp:revision>9</cp:revision>
  <dcterms:created xsi:type="dcterms:W3CDTF">2026-05-04T12:15:04Z</dcterms:created>
  <dcterms:modified xsi:type="dcterms:W3CDTF">2026-05-04T13:44:17Z</dcterms:modified>
</cp:coreProperties>
</file>